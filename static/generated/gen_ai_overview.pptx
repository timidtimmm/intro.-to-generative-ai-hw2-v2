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簡要說明生成式 AI 的定義與基本原理，讓聽眾建立概念框架。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可簡述每種技術的特點與典型代表。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舉例說明各領域的實際案例，提升說服力。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提供一個高層次的實作藍圖，供技術與非技術團隊參考。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強調在導入前必須評估的風險與對策。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可引用國際標準如 ISO/IEC 42001。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預測未來 3–5 年的技術路線圖。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每個案例簡述目標、解決方案與成效。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鼓勵聽眾思考如何在自家公司落實。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生成式人工智慧概覽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從基礎到應用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什麼是生成式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利用機器學習模型自動產生文字、圖像、音頻等內容</a:t>
            </a:r>
          </a:p>
          <a:p>
            <a:pPr>
              <a:defRPr sz="2000"/>
            </a:pPr>
            <a:r>
              <a:t>與傳統辨識式 AI 的主要差異</a:t>
            </a:r>
          </a:p>
          <a:p>
            <a:pPr>
              <a:defRPr sz="2000"/>
            </a:pPr>
            <a:r>
              <a:t>核心概念：生成模型、概率分布、樣本抽取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核心技術與模型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大型語言模型 (LLM) 如 GPT、Claude、Gemini</a:t>
            </a:r>
          </a:p>
          <a:p>
            <a:pPr>
              <a:defRPr sz="2000"/>
            </a:pPr>
            <a:r>
              <a:t>擴散模型與生成對抗網路 (GAN) 用於圖像合成</a:t>
            </a:r>
          </a:p>
          <a:p>
            <a:pPr>
              <a:defRPr sz="2000"/>
            </a:pPr>
            <a:r>
              <a:t>變分自編碼器 (VAE) 與自回歸模型的應用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主要應用領域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內容創作：文章撰寫、程式碼生成、影片腳本</a:t>
            </a:r>
          </a:p>
          <a:p>
            <a:pPr>
              <a:defRPr sz="2000"/>
            </a:pPr>
            <a:r>
              <a:t>設計與多媒體：圖像生成、音樂創作、3D 建模</a:t>
            </a:r>
          </a:p>
          <a:p>
            <a:pPr>
              <a:defRPr sz="2000"/>
            </a:pPr>
            <a:r>
              <a:t>商業與客服：智能助理、問答系統、資料分析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實作流程概覽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需求定義與資料蒐集</a:t>
            </a:r>
          </a:p>
          <a:p>
            <a:pPr>
              <a:defRPr sz="2000"/>
            </a:pPr>
            <a:r>
              <a:t>模型選型與微調 (Fine‑tuning)</a:t>
            </a:r>
          </a:p>
          <a:p>
            <a:pPr>
              <a:defRPr sz="2000"/>
            </a:pPr>
            <a:r>
              <a:t>部署與 API 整合</a:t>
            </a:r>
          </a:p>
          <a:p>
            <a:pPr>
              <a:defRPr sz="2000"/>
            </a:pPr>
            <a:r>
              <a:t>持續監控與效能優化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挑戰與限制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資料偏見與模型公平性</a:t>
            </a:r>
          </a:p>
          <a:p>
            <a:pPr>
              <a:defRPr sz="2000"/>
            </a:pPr>
            <a:r>
              <a:t>生成內容的真偽辨識 (Deepfake)</a:t>
            </a:r>
          </a:p>
          <a:p>
            <a:pPr>
              <a:defRPr sz="2000"/>
            </a:pPr>
            <a:r>
              <a:t>計算成本與碳排放</a:t>
            </a:r>
          </a:p>
          <a:p>
            <a:pPr>
              <a:defRPr sz="2000"/>
            </a:pPr>
            <a:r>
              <a:t>法律與版權問題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倫理與治理框架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透明度：模型說明與可解釋性</a:t>
            </a:r>
          </a:p>
          <a:p>
            <a:pPr>
              <a:defRPr sz="2000"/>
            </a:pPr>
            <a:r>
              <a:t>責任制：生成內容的審核與追蹤</a:t>
            </a:r>
          </a:p>
          <a:p>
            <a:pPr>
              <a:defRPr sz="2000"/>
            </a:pPr>
            <a:r>
              <a:t>隱私保護：資料去識別化與合規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未來發展趨勢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跨模態生成 (文字‑圖像‑音頻同步)</a:t>
            </a:r>
          </a:p>
          <a:p>
            <a:pPr>
              <a:defRPr sz="2000"/>
            </a:pPr>
            <a:r>
              <a:t>更高效的稀疏模型與自適應推理</a:t>
            </a:r>
          </a:p>
          <a:p>
            <a:pPr>
              <a:defRPr sz="2000"/>
            </a:pPr>
            <a:r>
              <a:t>人機協同創作的增強實境平台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案例研究：企業成功應用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公司：利用 GPT 生成行銷文案，提升點擊率 35%</a:t>
            </a:r>
          </a:p>
          <a:p>
            <a:pPr>
              <a:defRPr sz="2000"/>
            </a:pPr>
            <a:r>
              <a:t>B 公司：擴散模型加速產品設計迭代，縮短 40 天開發週期</a:t>
            </a:r>
          </a:p>
          <a:p>
            <a:pPr>
              <a:defRPr sz="2000"/>
            </a:pPr>
            <a:r>
              <a:t>C 公司：AI 客服機器人降低客服成本 25%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結論與行動建議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生成式 AI 已成為創新關鍵驅動力</a:t>
            </a:r>
          </a:p>
          <a:p>
            <a:pPr>
              <a:defRPr sz="2000"/>
            </a:pPr>
            <a:r>
              <a:t>先行試點、建立治理機制、持續人才培育</a:t>
            </a:r>
          </a:p>
          <a:p>
            <a:pPr>
              <a:defRPr sz="2000"/>
            </a:pPr>
            <a:r>
              <a:t>制定短期與長期的 AI 戰略藍圖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