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簡要說明概念，讓聽眾先有基礎認知。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可視化每種技術的基本結構與運作流程。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舉例說明每種模態的代表性產品或服務。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強調商業價值與跨領域影響。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可用案例數據佐證效益。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提醒聽眾在實踐時需考量的風險與治理措施。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預測未來 3–5 年的發展方向。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呼籲行動，留下聯絡資訊或後續討論時間。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Generative AI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Creativity and 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Generative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 systems that create new content (text, images, audio, video)</a:t>
            </a:r>
          </a:p>
          <a:p>
            <a:pPr>
              <a:defRPr sz="2000"/>
            </a:pPr>
            <a:r>
              <a:t>Learns patterns from large datasets and generates novel outputs</a:t>
            </a:r>
          </a:p>
          <a:p>
            <a:pPr>
              <a:defRPr sz="2000"/>
            </a:pPr>
            <a:r>
              <a:t>Combines machine learning, statistics, and creativity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Generative Adversarial Networks (GANs)</a:t>
            </a:r>
          </a:p>
          <a:p>
            <a:pPr>
              <a:defRPr sz="2000"/>
            </a:pPr>
            <a:r>
              <a:t>Transformer-based models (e.g., GPT, BERT)</a:t>
            </a:r>
          </a:p>
          <a:p>
            <a:pPr>
              <a:defRPr sz="2000"/>
            </a:pPr>
            <a:r>
              <a:t>Diffusion models (e.g., Stable Diffusion, DALL·E 2)</a:t>
            </a:r>
          </a:p>
          <a:p>
            <a:pPr>
              <a:defRPr sz="2000"/>
            </a:pPr>
            <a:r>
              <a:t>Variational Autoencoders (VAEs)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Modalities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Text generation – chatbots, content writing</a:t>
            </a:r>
          </a:p>
          <a:p>
            <a:pPr>
              <a:defRPr sz="2000"/>
            </a:pPr>
            <a:r>
              <a:t>Image synthesis – art, design, photorealistic rendering</a:t>
            </a:r>
          </a:p>
          <a:p>
            <a:pPr>
              <a:defRPr sz="2000"/>
            </a:pPr>
            <a:r>
              <a:t>Audio &amp; speech – voice cloning, music composition</a:t>
            </a:r>
          </a:p>
          <a:p>
            <a:pPr>
              <a:defRPr sz="2000"/>
            </a:pPr>
            <a:r>
              <a:t>Video generation – deepfake, virtual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Content creation &amp; marketing</a:t>
            </a:r>
          </a:p>
          <a:p>
            <a:pPr>
              <a:defRPr sz="2000"/>
            </a:pPr>
            <a:r>
              <a:t>Product design &amp; prototyping</a:t>
            </a:r>
          </a:p>
          <a:p>
            <a:pPr>
              <a:defRPr sz="2000"/>
            </a:pPr>
            <a:r>
              <a:t>Healthcare (drug discovery, medical imaging)</a:t>
            </a:r>
          </a:p>
          <a:p>
            <a:pPr>
              <a:defRPr sz="2000"/>
            </a:pPr>
            <a:r>
              <a:t>Education (personalized tutoring, content generation)</a:t>
            </a:r>
          </a:p>
          <a:p>
            <a:pPr>
              <a:defRPr sz="2000"/>
            </a:pPr>
            <a:r>
              <a:t>Gaming &amp; entertainment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Accelerates creativity and prototyping</a:t>
            </a:r>
          </a:p>
          <a:p>
            <a:pPr>
              <a:defRPr sz="2000"/>
            </a:pPr>
            <a:r>
              <a:t>Reduces成本與時間</a:t>
            </a:r>
          </a:p>
          <a:p>
            <a:pPr>
              <a:defRPr sz="2000"/>
            </a:pPr>
            <a:r>
              <a:t>Enables personalization at scale</a:t>
            </a:r>
          </a:p>
          <a:p>
            <a:pPr>
              <a:defRPr sz="2000"/>
            </a:pPr>
            <a:r>
              <a:t>Unlocks new business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Ethical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Bias and fairness in generated content</a:t>
            </a:r>
          </a:p>
          <a:p>
            <a:pPr>
              <a:defRPr sz="2000"/>
            </a:pPr>
            <a:r>
              <a:t>Intellectual property &amp; copyright issues</a:t>
            </a:r>
          </a:p>
          <a:p>
            <a:pPr>
              <a:defRPr sz="2000"/>
            </a:pPr>
            <a:r>
              <a:t>Misinformation &amp; deepfake risks</a:t>
            </a:r>
          </a:p>
          <a:p>
            <a:pPr>
              <a:defRPr sz="2000"/>
            </a:pPr>
            <a:r>
              <a:t>Energy consumption &amp; environmental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Multimodal models that combine text, image, audio</a:t>
            </a:r>
          </a:p>
          <a:p>
            <a:pPr>
              <a:defRPr sz="2000"/>
            </a:pPr>
            <a:r>
              <a:t>Real‑time generation for AR/VR</a:t>
            </a:r>
          </a:p>
          <a:p>
            <a:pPr>
              <a:defRPr sz="2000"/>
            </a:pPr>
            <a:r>
              <a:t>Better controllability &amp; personalization</a:t>
            </a:r>
          </a:p>
          <a:p>
            <a:pPr>
              <a:defRPr sz="2000"/>
            </a:pPr>
            <a:r>
              <a:t>Regulatory frameworks and industry standards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Generative AI is reshaping how we create and consume content</a:t>
            </a:r>
          </a:p>
          <a:p>
            <a:pPr>
              <a:defRPr sz="2000"/>
            </a:pPr>
            <a:r>
              <a:t>Balancing innovation with responsible use is critical</a:t>
            </a:r>
          </a:p>
          <a:p>
            <a:pPr>
              <a:defRPr sz="2000"/>
            </a:pPr>
            <a:r>
              <a:t>企業應立即探索試點項目，制定倫理指引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