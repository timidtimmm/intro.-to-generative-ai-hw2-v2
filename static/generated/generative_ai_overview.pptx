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簡短說明本次簡報的結構與重點，幫助聽眾快速了解內容走向。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舉例說明 ChatGPT、DALL·E 等已廣為人知的產品。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簡要比較各模型的原理、優缺點與典型應用。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可示範一段即時生成的文本，說明 prompt 設計的重要性。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展示幾張不同風格的生成圖，說明模型參數與提示詞的影響。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提醒聽眾注意版權與倫理議題。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每個案例簡述產生的價值與實際效益。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可引用近期的新聞或研究報告作為佐證。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預測未來 3–5 年內的技術突破與市場動向。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開放提問，鼓勵與會者分享觀點與疑慮。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Generative AI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從原理到應用的全方位解析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簡報大綱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什麼是 Generative AI</a:t>
            </a:r>
          </a:p>
          <a:p>
            <a:pPr>
              <a:defRPr sz="2000"/>
            </a:pPr>
            <a:r>
              <a:t>核心技術與模型</a:t>
            </a:r>
          </a:p>
          <a:p>
            <a:pPr>
              <a:defRPr sz="2000"/>
            </a:pPr>
            <a:r>
              <a:t>主要應用領域</a:t>
            </a:r>
          </a:p>
          <a:p>
            <a:pPr>
              <a:defRPr sz="2000"/>
            </a:pPr>
            <a:r>
              <a:t>機會與挑戰</a:t>
            </a:r>
          </a:p>
          <a:p>
            <a:pPr>
              <a:defRPr sz="2000"/>
            </a:pPr>
            <a:r>
              <a:t>未來發展趨勢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什麼是 Generative AI？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利用機器學習模型自動產生新內容</a:t>
            </a:r>
          </a:p>
          <a:p>
            <a:pPr>
              <a:defRPr sz="2000"/>
            </a:pPr>
            <a:r>
              <a:t>涵蓋文字、圖像、音訊、影片等多媒體形式</a:t>
            </a:r>
          </a:p>
          <a:p>
            <a:pPr>
              <a:defRPr sz="2000"/>
            </a:pPr>
            <a:r>
              <a:t>目標是模擬或超越人類創造力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核心技術與模型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Transformer 架構與自注意力機制</a:t>
            </a:r>
          </a:p>
          <a:p>
            <a:pPr>
              <a:defRPr sz="2000"/>
            </a:pPr>
            <a:r>
              <a:t>生成對抗網路 (GAN)</a:t>
            </a:r>
          </a:p>
          <a:p>
            <a:pPr>
              <a:defRPr sz="2000"/>
            </a:pPr>
            <a:r>
              <a:t>擴散模型 (Diffusion)</a:t>
            </a:r>
          </a:p>
          <a:p>
            <a:pPr>
              <a:defRPr sz="2000"/>
            </a:pPr>
            <a:r>
              <a:t>變分自編碼器 (VAE) 與自回歸模型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文字生成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大型語言模型 (LLM) 如 GPT 系列</a:t>
            </a:r>
          </a:p>
          <a:p>
            <a:pPr>
              <a:defRPr sz="2000"/>
            </a:pPr>
            <a:r>
              <a:t>應用：客服、內容創作、程式碼生成</a:t>
            </a:r>
          </a:p>
          <a:p>
            <a:pPr>
              <a:defRPr sz="2000"/>
            </a:pPr>
            <a:r>
              <a:t>關鍵指標：流暢度、真實性、可控性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圖像與視覺生成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擴散模型 (Stable Diffusion、Midjourney)</a:t>
            </a:r>
          </a:p>
          <a:p>
            <a:pPr>
              <a:defRPr sz="2000"/>
            </a:pPr>
            <a:r>
              <a:t>GAN 生成的寫實圖像與風格轉換</a:t>
            </a:r>
          </a:p>
          <a:p>
            <a:pPr>
              <a:defRPr sz="2000"/>
            </a:pPr>
            <a:r>
              <a:t>應用：廣告設計、概念藝術、醫學影像合成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音訊與影片生成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音樂生成模型 (MusicLM、Jukebox)</a:t>
            </a:r>
          </a:p>
          <a:p>
            <a:pPr>
              <a:defRPr sz="2000"/>
            </a:pPr>
            <a:r>
              <a:t>語音合成與克隆 (VALL-E、WaveNet)</a:t>
            </a:r>
          </a:p>
          <a:p>
            <a:pPr>
              <a:defRPr sz="2000"/>
            </a:pPr>
            <a:r>
              <a:t>影片生成與深度偽造 (DeepFake、Video Diffusion)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產業應用案例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行銷：自動化廣告文案與視覺素材</a:t>
            </a:r>
          </a:p>
          <a:p>
            <a:pPr>
              <a:defRPr sz="2000"/>
            </a:pPr>
            <a:r>
              <a:t>教育：個人化教學內容與題庫生成</a:t>
            </a:r>
          </a:p>
          <a:p>
            <a:pPr>
              <a:defRPr sz="2000"/>
            </a:pPr>
            <a:r>
              <a:t>醫療：藥物設計與醫學影像輔助診斷</a:t>
            </a:r>
          </a:p>
          <a:p>
            <a:pPr>
              <a:defRPr sz="2000"/>
            </a:pPr>
            <a:r>
              <a:t>娛樂：遊戲關卡與劇本自動生成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機會與挑戰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提升創作效率與降低成本</a:t>
            </a:r>
          </a:p>
          <a:p>
            <a:pPr>
              <a:defRPr sz="2000"/>
            </a:pPr>
            <a:r>
              <a:t>資料隱私與版權爭議</a:t>
            </a:r>
          </a:p>
          <a:p>
            <a:pPr>
              <a:defRPr sz="2000"/>
            </a:pPr>
            <a:r>
              <a:t>模型偏見與公平性問題</a:t>
            </a:r>
          </a:p>
          <a:p>
            <a:pPr>
              <a:defRPr sz="2000"/>
            </a:pPr>
            <a:r>
              <a:t>資源需求與環境影響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未來發展趨勢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多模態生成模型的整合與協同</a:t>
            </a:r>
          </a:p>
          <a:p>
            <a:pPr>
              <a:defRPr sz="2000"/>
            </a:pPr>
            <a:r>
              <a:t>可控性與可解釋性增強</a:t>
            </a:r>
          </a:p>
          <a:p>
            <a:pPr>
              <a:defRPr sz="2000"/>
            </a:pPr>
            <a:r>
              <a:t>邊緣端與低資源設備上的部署</a:t>
            </a:r>
          </a:p>
          <a:p>
            <a:pPr>
              <a:defRPr sz="2000"/>
            </a:pPr>
            <a:r>
              <a:t>法規與倫理框架的逐步建立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Generative AI 正在重塑各行各業</a:t>
            </a:r>
          </a:p>
          <a:p>
            <a:pPr>
              <a:defRPr sz="2000"/>
            </a:pPr>
            <a:r>
              <a:t>技術與倫理需同步發展</a:t>
            </a:r>
          </a:p>
          <a:p>
            <a:pPr>
              <a:defRPr sz="2000"/>
            </a:pPr>
            <a:r>
              <a:t>持續關注最新研究與商機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